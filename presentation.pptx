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AI-Based PCB Defect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Capstone project prototype</a:t>
            </a:r>
          </a:p>
          <a:p>
            <a:pPr>
              <a:defRPr sz="1800"/>
            </a:pPr>
            <a:r>
              <a:t>YOLOv8n model trained on CPU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Manual PCB inspection can be time-consuming.</a:t>
            </a:r>
          </a:p>
          <a:p>
            <a:pPr>
              <a:defRPr sz="1800"/>
            </a:pPr>
            <a:r>
              <a:t>Computer vision can localize annotated defects.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Prepare labeled PCB images.</a:t>
            </a:r>
          </a:p>
          <a:p>
            <a:pPr>
              <a:defRPr sz="1800"/>
            </a:pPr>
            <a:r>
              <a:t>Train a lightweight detector.</a:t>
            </a:r>
          </a:p>
          <a:p>
            <a:pPr>
              <a:defRPr sz="1800"/>
            </a:pPr>
            <a:r>
              <a:t>Create an image prediction demo.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DeepPCB public dataset.</a:t>
            </a:r>
          </a:p>
          <a:p>
            <a:pPr>
              <a:defRPr sz="1800"/>
            </a:pPr>
            <a:r>
              <a:t>800 training images.</a:t>
            </a:r>
          </a:p>
          <a:p>
            <a:pPr>
              <a:defRPr sz="1800"/>
            </a:pPr>
            <a:r>
              <a:t>200 validation images.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Prepare bounding-box annotations.</a:t>
            </a:r>
          </a:p>
          <a:p>
            <a:pPr>
              <a:defRPr sz="1800"/>
            </a:pPr>
            <a:r>
              <a:t>Convert labels to YOLO format.</a:t>
            </a:r>
          </a:p>
          <a:p>
            <a:pPr>
              <a:defRPr sz="1800"/>
            </a:pPr>
            <a:r>
              <a:t>Train YOLOv8n for five epochs.</a:t>
            </a:r>
          </a:p>
          <a:p>
            <a:pPr>
              <a:defRPr sz="1800"/>
            </a:pPr>
            <a:r>
              <a:t>Evaluate and predict.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and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Model: model/best.pt</a:t>
            </a:r>
          </a:p>
          <a:p>
            <a:pPr>
              <a:defRPr sz="1800"/>
            </a:pPr>
            <a:r>
              <a:t>Interface: app.py</a:t>
            </a:r>
          </a:p>
          <a:p>
            <a:pPr>
              <a:defRPr sz="1800"/>
            </a:pPr>
            <a:r>
              <a:t>Upload an image to view predicted boxes.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Precision: 0.7951</a:t>
            </a:r>
            <a:br/>
            <a:r>
              <a:t>Recall: 0.7303</a:t>
            </a:r>
            <a:br/>
            <a:r>
              <a:t>mAP50: 0.8066</a:t>
            </a:r>
            <a:br/>
            <a:r>
              <a:t>mAP50-95: 0.4854</a:t>
            </a:r>
            <a:br/>
          </a:p>
          <a:p>
            <a:pPr>
              <a:defRPr sz="1800"/>
            </a:pPr>
            <a:r>
              <a:t>Use actual validation metrics; do not invent scores.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Surface defects are not the same as placement errors.</a:t>
            </a:r>
          </a:p>
          <a:p>
            <a:pPr>
              <a:defRPr sz="1800"/>
            </a:pPr>
            <a:r>
              <a:t>Class names need official mapping verification.</a:t>
            </a:r>
          </a:p>
          <a:p>
            <a:pPr>
              <a:defRPr sz="1800"/>
            </a:pPr>
            <a:r>
              <a:t>Further validation is required.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 CPU-based defect-localization prototype was prepared.</a:t>
            </a:r>
          </a:p>
          <a:p>
            <a:pPr>
              <a:defRPr sz="1800"/>
            </a:pPr>
            <a:r>
              <a:t>Future work includes component-placement error detection.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DeepPCB: github.com/tangsanli5201/DeepPCB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